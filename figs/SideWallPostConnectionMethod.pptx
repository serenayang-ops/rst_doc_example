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7919720" cy="359981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0" userDrawn="1">
          <p15:clr>
            <a:srgbClr val="A4A3A4"/>
          </p15:clr>
        </p15:guide>
        <p15:guide id="2" pos="24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160"/>
        <p:guide pos="24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90035" y="589258"/>
            <a:ext cx="5940210" cy="1253526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90035" y="1891125"/>
            <a:ext cx="5940210" cy="869300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0"/>
            </a:lvl3pPr>
            <a:lvl4pPr marL="720090" indent="0" algn="ctr">
              <a:buNone/>
              <a:defRPr sz="840"/>
            </a:lvl4pPr>
            <a:lvl5pPr marL="960755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845" indent="0" algn="ctr">
              <a:buNone/>
              <a:defRPr sz="840"/>
            </a:lvl8pPr>
            <a:lvl9pPr marL="1919605" indent="0" algn="ctr">
              <a:buNone/>
              <a:defRPr sz="84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0394" y="897639"/>
            <a:ext cx="6831242" cy="1497731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0394" y="2409538"/>
            <a:ext cx="6831242" cy="787621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0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755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845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19605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44519" y="958481"/>
            <a:ext cx="3366119" cy="228451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009642" y="958481"/>
            <a:ext cx="3366119" cy="228451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5551" y="191696"/>
            <a:ext cx="6831242" cy="69594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5551" y="882636"/>
            <a:ext cx="3350650" cy="432566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0" b="1"/>
            </a:lvl3pPr>
            <a:lvl4pPr marL="720090" indent="0">
              <a:buNone/>
              <a:defRPr sz="840" b="1"/>
            </a:lvl4pPr>
            <a:lvl5pPr marL="960755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845" indent="0">
              <a:buNone/>
              <a:defRPr sz="840" b="1"/>
            </a:lvl8pPr>
            <a:lvl9pPr marL="1919605" indent="0">
              <a:buNone/>
              <a:defRPr sz="8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5551" y="1315203"/>
            <a:ext cx="3350650" cy="19344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009642" y="882636"/>
            <a:ext cx="3367151" cy="432566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0" b="1"/>
            </a:lvl3pPr>
            <a:lvl4pPr marL="720090" indent="0">
              <a:buNone/>
              <a:defRPr sz="840" b="1"/>
            </a:lvl4pPr>
            <a:lvl5pPr marL="960755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845" indent="0">
              <a:buNone/>
              <a:defRPr sz="840" b="1"/>
            </a:lvl8pPr>
            <a:lvl9pPr marL="1919605" indent="0">
              <a:buNone/>
              <a:defRPr sz="8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009642" y="1315203"/>
            <a:ext cx="3367151" cy="193446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5551" y="240037"/>
            <a:ext cx="2554496" cy="840129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67151" y="518413"/>
            <a:ext cx="4009642" cy="2558728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5551" y="1080166"/>
            <a:ext cx="2554496" cy="2001142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755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845" indent="0">
              <a:buNone/>
              <a:defRPr sz="525"/>
            </a:lvl8pPr>
            <a:lvl9pPr marL="1919605" indent="0">
              <a:buNone/>
              <a:defRPr sz="5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5551" y="240037"/>
            <a:ext cx="2554496" cy="840129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367151" y="518413"/>
            <a:ext cx="4009642" cy="2558728"/>
          </a:xfrm>
        </p:spPr>
        <p:txBody>
          <a:bodyPr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755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845" indent="0">
              <a:buNone/>
              <a:defRPr sz="1050"/>
            </a:lvl8pPr>
            <a:lvl9pPr marL="1919605" indent="0">
              <a:buNone/>
              <a:defRPr sz="10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5551" y="1080166"/>
            <a:ext cx="2554496" cy="2001142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755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845" indent="0">
              <a:buNone/>
              <a:defRPr sz="525"/>
            </a:lvl8pPr>
            <a:lvl9pPr marL="1919605" indent="0">
              <a:buNone/>
              <a:defRPr sz="5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667951" y="191696"/>
            <a:ext cx="1707811" cy="305130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4519" y="191696"/>
            <a:ext cx="5024428" cy="305130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44519" y="191696"/>
            <a:ext cx="6831242" cy="6959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4519" y="958481"/>
            <a:ext cx="6831242" cy="2284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4519" y="3337181"/>
            <a:ext cx="1782063" cy="1916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23593" y="3337181"/>
            <a:ext cx="2673095" cy="1916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593698" y="3337181"/>
            <a:ext cx="1782063" cy="1916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9380" indent="-119380" algn="l" defTabSz="480060" rtl="0" eaLnBrk="1" latinLnBrk="0" hangingPunct="1">
        <a:lnSpc>
          <a:spcPct val="90000"/>
        </a:lnSpc>
        <a:spcBef>
          <a:spcPct val="105000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19380" algn="l" defTabSz="480060" rtl="0" eaLnBrk="1" latinLnBrk="0" hangingPunct="1">
        <a:lnSpc>
          <a:spcPct val="90000"/>
        </a:lnSpc>
        <a:spcBef>
          <a:spcPct val="5300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19380" algn="l" defTabSz="480060" rtl="0" eaLnBrk="1" latinLnBrk="0" hangingPunct="1">
        <a:lnSpc>
          <a:spcPct val="90000"/>
        </a:lnSpc>
        <a:spcBef>
          <a:spcPct val="530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19380" algn="l" defTabSz="480060" rtl="0" eaLnBrk="1" latinLnBrk="0" hangingPunct="1">
        <a:lnSpc>
          <a:spcPct val="90000"/>
        </a:lnSpc>
        <a:spcBef>
          <a:spcPct val="53000"/>
        </a:spcBef>
        <a:buFont typeface="Arial" panose="020B0604020202020204" pitchFamily="34" charset="0"/>
        <a:buChar char="•"/>
        <a:defRPr sz="940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19380" algn="l" defTabSz="480060" rtl="0" eaLnBrk="1" latinLnBrk="0" hangingPunct="1">
        <a:lnSpc>
          <a:spcPct val="90000"/>
        </a:lnSpc>
        <a:spcBef>
          <a:spcPct val="53000"/>
        </a:spcBef>
        <a:buFont typeface="Arial" panose="020B0604020202020204" pitchFamily="34" charset="0"/>
        <a:buChar char="•"/>
        <a:defRPr sz="940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19380" algn="l" defTabSz="480060" rtl="0" eaLnBrk="1" latinLnBrk="0" hangingPunct="1">
        <a:lnSpc>
          <a:spcPct val="90000"/>
        </a:lnSpc>
        <a:spcBef>
          <a:spcPct val="53000"/>
        </a:spcBef>
        <a:buFont typeface="Arial" panose="020B0604020202020204" pitchFamily="34" charset="0"/>
        <a:buChar char="•"/>
        <a:defRPr sz="940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19380" algn="l" defTabSz="480060" rtl="0" eaLnBrk="1" latinLnBrk="0" hangingPunct="1">
        <a:lnSpc>
          <a:spcPct val="90000"/>
        </a:lnSpc>
        <a:spcBef>
          <a:spcPct val="53000"/>
        </a:spcBef>
        <a:buFont typeface="Arial" panose="020B0604020202020204" pitchFamily="34" charset="0"/>
        <a:buChar char="•"/>
        <a:defRPr sz="94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19380" algn="l" defTabSz="480060" rtl="0" eaLnBrk="1" latinLnBrk="0" hangingPunct="1">
        <a:lnSpc>
          <a:spcPct val="90000"/>
        </a:lnSpc>
        <a:spcBef>
          <a:spcPct val="53000"/>
        </a:spcBef>
        <a:buFont typeface="Arial" panose="020B0604020202020204" pitchFamily="34" charset="0"/>
        <a:buChar char="•"/>
        <a:defRPr sz="940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19380" algn="l" defTabSz="480060" rtl="0" eaLnBrk="1" latinLnBrk="0" hangingPunct="1">
        <a:lnSpc>
          <a:spcPct val="90000"/>
        </a:lnSpc>
        <a:spcBef>
          <a:spcPct val="53000"/>
        </a:spcBef>
        <a:buFont typeface="Arial" panose="020B0604020202020204" pitchFamily="34" charset="0"/>
        <a:buChar char="•"/>
        <a:defRPr sz="9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80060" rtl="0" eaLnBrk="1" latinLnBrk="0" hangingPunct="1">
        <a:defRPr sz="940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0" kern="1200">
          <a:solidFill>
            <a:schemeClr val="tx1"/>
          </a:solidFill>
          <a:latin typeface="+mn-lt"/>
          <a:ea typeface="+mn-ea"/>
          <a:cs typeface="+mn-cs"/>
        </a:defRPr>
      </a:lvl4pPr>
      <a:lvl5pPr marL="960755" algn="l" defTabSz="480060" rtl="0" eaLnBrk="1" latinLnBrk="0" hangingPunct="1">
        <a:defRPr sz="940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0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0" kern="1200">
          <a:solidFill>
            <a:schemeClr val="tx1"/>
          </a:solidFill>
          <a:latin typeface="+mn-lt"/>
          <a:ea typeface="+mn-ea"/>
          <a:cs typeface="+mn-cs"/>
        </a:defRPr>
      </a:lvl7pPr>
      <a:lvl8pPr marL="1680845" algn="l" defTabSz="480060" rtl="0" eaLnBrk="1" latinLnBrk="0" hangingPunct="1">
        <a:defRPr sz="940" kern="1200">
          <a:solidFill>
            <a:schemeClr val="tx1"/>
          </a:solidFill>
          <a:latin typeface="+mn-lt"/>
          <a:ea typeface="+mn-ea"/>
          <a:cs typeface="+mn-cs"/>
        </a:defRPr>
      </a:lvl8pPr>
      <a:lvl9pPr marL="1919605" algn="l" defTabSz="480060" rtl="0" eaLnBrk="1" latinLnBrk="0" hangingPunct="1">
        <a:defRPr sz="9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889318" y="433070"/>
            <a:ext cx="7600315" cy="3263900"/>
            <a:chOff x="520" y="643"/>
            <a:chExt cx="11969" cy="5140"/>
          </a:xfrm>
        </p:grpSpPr>
        <p:pic>
          <p:nvPicPr>
            <p:cNvPr id="6" name="图片 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520" y="643"/>
              <a:ext cx="5089" cy="4306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6945" y="5371"/>
              <a:ext cx="5544" cy="412"/>
            </a:xfrm>
            <a:prstGeom prst="rect">
              <a:avLst/>
            </a:prstGeom>
          </p:spPr>
          <p:txBody>
            <a:bodyPr>
              <a:spAutoFit/>
            </a:bodyPr>
            <a:p>
              <a:pPr marL="0" indent="266700" algn="l" defTabSz="26670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110">
                  <a:latin typeface="Cambria" panose="02040503050406030204"/>
                  <a:ea typeface="宋体" panose="02010600030101010101" pitchFamily="2" charset="-122"/>
                </a:rPr>
                <a:t>          </a:t>
              </a:r>
              <a:endParaRPr lang="en-US" altLang="zh-CN" sz="1110">
                <a:latin typeface="Cambria" panose="02040503050406030204"/>
                <a:ea typeface="宋体" panose="02010600030101010101" pitchFamily="2" charset="-122"/>
              </a:endParaRPr>
            </a:p>
          </p:txBody>
        </p:sp>
        <p:pic>
          <p:nvPicPr>
            <p:cNvPr id="5" name="图片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543" y="4035"/>
              <a:ext cx="693" cy="368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7" y="890"/>
              <a:ext cx="6121" cy="402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Cambria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Serena Yang</dc:creator>
  <cp:lastModifiedBy>Serena Yang</cp:lastModifiedBy>
  <cp:revision>5</cp:revision>
  <dcterms:created xsi:type="dcterms:W3CDTF">2023-08-09T12:44:00Z</dcterms:created>
  <dcterms:modified xsi:type="dcterms:W3CDTF">2026-09-29T01:42:15Z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B3EB7D239A6842DEBB8C74094ED4CABB_12</vt:lpwstr>
  </property>
</Properties>
</file>